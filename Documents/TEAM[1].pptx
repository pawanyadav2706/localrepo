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DU-Logo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770" y="635"/>
            <a:ext cx="5421630" cy="28371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2265" y="2953385"/>
            <a:ext cx="11266170" cy="2797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b="1">
                <a:latin typeface="Aparajita" panose="02020603050405020304" charset="0"/>
                <a:cs typeface="Aparajita" panose="02020603050405020304" charset="0"/>
              </a:rPr>
              <a:t>GROUP -</a:t>
            </a:r>
            <a:endParaRPr lang="en-US"/>
          </a:p>
          <a:p>
            <a:pPr algn="l"/>
            <a:r>
              <a:rPr lang="en-US"/>
              <a:t>         </a:t>
            </a:r>
            <a:r>
              <a:rPr lang="en-US" sz="2800" b="1">
                <a:latin typeface="Aparajita" panose="02020603050405020304" charset="0"/>
                <a:cs typeface="Aparajita" panose="02020603050405020304" charset="0"/>
              </a:rPr>
              <a:t> NAME </a:t>
            </a:r>
            <a:r>
              <a:rPr lang="en-US"/>
              <a:t>			                            </a:t>
            </a:r>
            <a:r>
              <a:rPr lang="en-US" sz="2800" b="1">
                <a:latin typeface="Aparajita" panose="02020603050405020304" charset="0"/>
                <a:cs typeface="Aparajita" panose="02020603050405020304" charset="0"/>
              </a:rPr>
              <a:t>ROLL NO.</a:t>
            </a:r>
            <a:r>
              <a:rPr lang="en-US"/>
              <a:t>			  </a:t>
            </a:r>
            <a:r>
              <a:rPr lang="en-US" sz="2800" b="1">
                <a:latin typeface="Aparajita" panose="02020603050405020304" charset="0"/>
                <a:cs typeface="Aparajita" panose="02020603050405020304" charset="0"/>
              </a:rPr>
              <a:t>SECTION</a:t>
            </a:r>
            <a:r>
              <a:rPr lang="en-US"/>
              <a:t> </a:t>
            </a:r>
          </a:p>
          <a:p>
            <a:pPr algn="l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273685" y="4040505"/>
            <a:ext cx="25876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ARYAN RAJ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PAWAN KUMAR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MD. FAISAL RAZA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KRISHNA KUMAR sah</a:t>
            </a:r>
          </a:p>
          <a:p>
            <a:pPr algn="ctr"/>
            <a:endParaRPr 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ctr"/>
            <a:endParaRPr lang="en-US" sz="2400">
              <a:latin typeface="Aparajita" panose="02020603050405020304" charset="0"/>
              <a:cs typeface="Aparajita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802505" y="4030345"/>
            <a:ext cx="25876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11242595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11242594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11242525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11242701</a:t>
            </a:r>
          </a:p>
          <a:p>
            <a:pPr algn="ctr"/>
            <a:endParaRPr 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ctr"/>
            <a:endParaRPr lang="en-US" sz="2400">
              <a:latin typeface="Aparajita" panose="02020603050405020304" charset="0"/>
              <a:cs typeface="Aparajita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8994140" y="4031615"/>
            <a:ext cx="25876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B1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B3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B3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B2 </a:t>
            </a:r>
          </a:p>
          <a:p>
            <a:pPr algn="ctr"/>
            <a:r>
              <a:rPr lang="en-US" sz="2400">
                <a:latin typeface="Aparajita" panose="02020603050405020304" charset="0"/>
                <a:cs typeface="Aparajita" panose="02020603050405020304" charset="0"/>
              </a:rPr>
              <a:t> </a:t>
            </a:r>
          </a:p>
          <a:p>
            <a:pPr algn="ctr"/>
            <a:endParaRPr lang="en-US" sz="2400">
              <a:latin typeface="Aparajita" panose="02020603050405020304" charset="0"/>
              <a:cs typeface="Aparajita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7800" y="184150"/>
            <a:ext cx="10389870" cy="115824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/>
              <a:t>                         AIR POLUTION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6AD8C-7C68-850A-D027-A040FA222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727" y="1824508"/>
            <a:ext cx="3663820" cy="3961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94665" y="732155"/>
            <a:ext cx="4918710" cy="86042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scaled="0"/>
          </a:gradFill>
        </p:spPr>
        <p:txBody>
          <a:bodyPr wrap="square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/>
              <a:t>              </a:t>
            </a:r>
            <a:r>
              <a:rPr lang="en-US" altLang="en-US" sz="2800"/>
              <a:t>What is Air Polution? </a:t>
            </a:r>
            <a:endParaRPr lang="en-US" altLang="en-US"/>
          </a:p>
          <a:p>
            <a:pPr>
              <a:lnSpc>
                <a:spcPct val="210000"/>
              </a:lnSpc>
            </a:pPr>
            <a:endParaRPr lang="en-US" altLang="en-US"/>
          </a:p>
          <a:p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494665" y="1909445"/>
            <a:ext cx="6645275" cy="289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>
                <a:sym typeface="+mn-ea"/>
              </a:rPr>
              <a:t>Air pollution is the contamination of the air by harmful substances, such as gases, particles, and biological molecules, that can cause adverse effects on human health and the environment.</a:t>
            </a:r>
            <a:endParaRPr lang="en-US" altLang="en-US" sz="2800"/>
          </a:p>
          <a:p>
            <a:endParaRPr 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7675" y="287020"/>
            <a:ext cx="6114415" cy="1101090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scaled="0"/>
          </a:gradFill>
        </p:spPr>
        <p:txBody>
          <a:bodyPr wrap="square" rtlCol="0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en-US" sz="2800"/>
              <a:t>           Types of Air Pollution</a:t>
            </a:r>
          </a:p>
          <a:p>
            <a:endParaRPr lang="en-US" altLang="en-US" sz="2800"/>
          </a:p>
        </p:txBody>
      </p:sp>
      <p:sp>
        <p:nvSpPr>
          <p:cNvPr id="4" name="Text Box 3"/>
          <p:cNvSpPr txBox="1"/>
          <p:nvPr/>
        </p:nvSpPr>
        <p:spPr>
          <a:xfrm>
            <a:off x="273050" y="1677670"/>
            <a:ext cx="9944100" cy="5017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1. Particulate Matter (PM): Tiny particles suspended in the air, including dust, soot, and aerosols, that can penetrate deep into the lungs.</a:t>
            </a:r>
          </a:p>
          <a:p>
            <a:r>
              <a:rPr lang="en-US" altLang="en-US" sz="2400"/>
              <a:t>2. Gaseous Pollutants: Harmful gases released into the air, including:</a:t>
            </a:r>
          </a:p>
          <a:p>
            <a:r>
              <a:rPr lang="en-US" altLang="en-US" sz="2400"/>
              <a:t>- Nitrogen Oxides (NOx): Contribute to ground-level ozone formation and respiratory problems.</a:t>
            </a:r>
          </a:p>
          <a:p>
            <a:r>
              <a:rPr lang="en-US" altLang="en-US" sz="2400"/>
              <a:t>- Sulfur Dioxide (SO2): Contributes to acid rain and respiratory problems.</a:t>
            </a:r>
          </a:p>
          <a:p>
            <a:r>
              <a:rPr lang="en-US" altLang="en-US" sz="2400"/>
              <a:t>- Carbon Monoxide (CO): Interferes with oxygen delivery to the body's organs.</a:t>
            </a:r>
          </a:p>
          <a:p>
            <a:r>
              <a:rPr lang="en-US" altLang="en-US" sz="2400"/>
              <a:t>3. Volatile Organic Compounds (VOCs): Chemicals that evaporate easily and contribute to ground-level ozone formation and respiratory problems.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79780" y="645795"/>
            <a:ext cx="5316220" cy="715010"/>
          </a:xfrm>
          <a:prstGeom prst="rect">
            <a:avLst/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scaled="0"/>
          </a:gradFill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2800"/>
              <a:t>              Indore polution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Aparajita</vt:lpstr>
      <vt:lpstr>Arial</vt:lpstr>
      <vt:lpstr>Blue Waves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Pawan kumar</cp:lastModifiedBy>
  <cp:revision>15</cp:revision>
  <dcterms:created xsi:type="dcterms:W3CDTF">2024-09-19T15:16:00Z</dcterms:created>
  <dcterms:modified xsi:type="dcterms:W3CDTF">2025-02-01T15:24:52Z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F32C6E2CBD37483DAB44BE9C1B91A50A_12</vt:lpwstr>
  </property>
  <property fmtid="{D5CDD505-2E9C-101B-9397-08002B2CF9AE}" pid="3" name="KSOProductBuildVer">
    <vt:lpwstr>1033-12.2.0.19805</vt:lpwstr>
  </property>
</Properties>
</file>