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08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2DF40-24FE-4FBE-B89C-0AC4134F68DA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E985-1A66-4B15-854A-E995D882D3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2DF40-24FE-4FBE-B89C-0AC4134F68DA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E985-1A66-4B15-854A-E995D882D3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2DF40-24FE-4FBE-B89C-0AC4134F68DA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E985-1A66-4B15-854A-E995D882D3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2DF40-24FE-4FBE-B89C-0AC4134F68DA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E985-1A66-4B15-854A-E995D882D3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2DF40-24FE-4FBE-B89C-0AC4134F68DA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E985-1A66-4B15-854A-E995D882D3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2DF40-24FE-4FBE-B89C-0AC4134F68DA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E985-1A66-4B15-854A-E995D882D3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2DF40-24FE-4FBE-B89C-0AC4134F68DA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E985-1A66-4B15-854A-E995D882D3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2DF40-24FE-4FBE-B89C-0AC4134F68DA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E985-1A66-4B15-854A-E995D882D3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2DF40-24FE-4FBE-B89C-0AC4134F68DA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E985-1A66-4B15-854A-E995D882D3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2DF40-24FE-4FBE-B89C-0AC4134F68DA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E985-1A66-4B15-854A-E995D882D3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2DF40-24FE-4FBE-B89C-0AC4134F68DA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E985-1A66-4B15-854A-E995D882D3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2DF40-24FE-4FBE-B89C-0AC4134F68DA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9E985-1A66-4B15-854A-E995D882D3D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1538" y="357166"/>
            <a:ext cx="74110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2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MaharishI</a:t>
            </a:r>
            <a:r>
              <a:rPr lang="en-US" sz="2000" dirty="0">
                <a:solidFill>
                  <a:schemeClr val="accent2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solidFill>
                  <a:schemeClr val="accent2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markandeshwar</a:t>
            </a:r>
            <a:r>
              <a:rPr lang="en-US" sz="2000" dirty="0">
                <a:solidFill>
                  <a:schemeClr val="accent2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(deemed to be university)</a:t>
            </a:r>
          </a:p>
          <a:p>
            <a:pPr algn="ctr"/>
            <a:r>
              <a:rPr lang="en-US" sz="2000" dirty="0" err="1">
                <a:solidFill>
                  <a:schemeClr val="accent2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Mullana</a:t>
            </a:r>
            <a:r>
              <a:rPr lang="en-US" sz="2000" dirty="0">
                <a:solidFill>
                  <a:schemeClr val="accent2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ambala</a:t>
            </a:r>
            <a:endParaRPr lang="en-US" sz="2000" dirty="0">
              <a:solidFill>
                <a:schemeClr val="accent2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3214742" y="1000108"/>
            <a:ext cx="10311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                                                                                                       (Established under section 3 of the UGC Act 1956)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472" y="1357298"/>
            <a:ext cx="5929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(NAAC Accredited Grade “A++” University)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5918" y="1928802"/>
            <a:ext cx="5955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Algerian" pitchFamily="82" charset="0"/>
              </a:rPr>
              <a:t>M.M. ENGINEERING COLLEGE, MULLANA AMBALA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7422" y="2357430"/>
            <a:ext cx="4661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Department of computer science &amp;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3240" y="2643182"/>
            <a:ext cx="2988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(NBA Accredited Department)</a:t>
            </a:r>
          </a:p>
        </p:txBody>
      </p:sp>
      <p:pic>
        <p:nvPicPr>
          <p:cNvPr id="1028" name="Picture 4" descr="Maharishi Markandeshwar University MMU Solan Admissions | Top Courses 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4290"/>
            <a:ext cx="1071570" cy="642942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857224" y="3286124"/>
            <a:ext cx="7832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lgerian" pitchFamily="82" charset="0"/>
              </a:rPr>
              <a:t>HARMONYHUB – A CULTURALLY INCLUSIVE MENTAL HEALTH PLATFORM </a:t>
            </a:r>
          </a:p>
          <a:p>
            <a:endParaRPr lang="en-US" dirty="0">
              <a:latin typeface="Algerian" pitchFamily="8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14414" y="3643314"/>
            <a:ext cx="7078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Bridging the gap in mental health care with </a:t>
            </a:r>
            <a:r>
              <a:rPr lang="en-US" b="1" dirty="0" err="1"/>
              <a:t>teachnology</a:t>
            </a:r>
            <a:r>
              <a:rPr lang="en-US" b="1" dirty="0"/>
              <a:t> and community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7290" y="4214818"/>
            <a:ext cx="6709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FAISAL RAZA |TEAM – DYNAMIC CODER’S | GDG HACKUREKA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1670" y="4572008"/>
            <a:ext cx="5147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RAVI KUMAR , PAWAN KUMAR, HIMANSHU KUMAR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9" grpId="0"/>
      <p:bldP spid="10" grpId="0"/>
      <p:bldP spid="13" grpId="0"/>
      <p:bldP spid="14" grpId="0"/>
      <p:bldP spid="15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 descr="Energy Assistance: Who is eligible to apply for up to $1,400 in energy 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741"/>
            <a:ext cx="9144000" cy="68580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3929058" y="0"/>
            <a:ext cx="2066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Algerian" pitchFamily="82" charset="0"/>
              </a:rPr>
              <a:t>INSPIRATION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44" y="357166"/>
            <a:ext cx="1236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Key Points</a:t>
            </a:r>
            <a:r>
              <a:rPr lang="en-US" dirty="0"/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44" y="714356"/>
            <a:ext cx="90227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Many people, especially those from diverse and marginalized communities, struggle in silence </a:t>
            </a:r>
          </a:p>
          <a:p>
            <a:r>
              <a:rPr lang="en-US" dirty="0"/>
              <a:t>because of the stigma surrounding mental health. They often feel unheard, unseen, and </a:t>
            </a:r>
          </a:p>
          <a:p>
            <a:r>
              <a:rPr lang="en-US" dirty="0"/>
              <a:t>without support.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9D0FA1E-3F3C-F7F0-29C8-F70EA0FFBCAE}"/>
              </a:ext>
            </a:extLst>
          </p:cNvPr>
          <p:cNvGrpSpPr/>
          <p:nvPr/>
        </p:nvGrpSpPr>
        <p:grpSpPr>
          <a:xfrm>
            <a:off x="142844" y="1637686"/>
            <a:ext cx="8456739" cy="1583778"/>
            <a:chOff x="214282" y="1142984"/>
            <a:chExt cx="8456739" cy="1583778"/>
          </a:xfrm>
        </p:grpSpPr>
        <p:sp>
          <p:nvSpPr>
            <p:cNvPr id="10" name="TextBox 9"/>
            <p:cNvSpPr txBox="1"/>
            <p:nvPr/>
          </p:nvSpPr>
          <p:spPr>
            <a:xfrm>
              <a:off x="214282" y="1142984"/>
              <a:ext cx="845673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Existing platforms lack cultural sensitivity and fail to foster a sense of belonging.</a:t>
              </a:r>
            </a:p>
            <a:p>
              <a:r>
                <a:rPr lang="en-US" dirty="0"/>
                <a:t>Our goal: To create a supportive, inclusive, and engaging digital mental health sanctuary.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14282" y="1928802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 i="1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14282" y="2357430"/>
              <a:ext cx="4572000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6" name="Picture 6" descr="The History and Meaning Behind White Gold Jewelry | White Gol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7893496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3500430" y="0"/>
            <a:ext cx="18630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lgerian" pitchFamily="82" charset="0"/>
              </a:rPr>
              <a:t>What It Does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844" y="214290"/>
            <a:ext cx="14639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Key Features</a:t>
            </a:r>
            <a:r>
              <a:rPr lang="en-US" dirty="0"/>
              <a:t>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2844" y="571480"/>
            <a:ext cx="7643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Comprehensive Resource Hub: Blogs, playlists, webinars, and workshops.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282" y="857232"/>
            <a:ext cx="6862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Self-Assessment Tests: Culturally inclusive mental health evaluations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282" y="1142984"/>
            <a:ext cx="69294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AI-Powered </a:t>
            </a:r>
            <a:r>
              <a:rPr lang="en-US" dirty="0" err="1"/>
              <a:t>Chatbot</a:t>
            </a:r>
            <a:r>
              <a:rPr lang="en-US" dirty="0"/>
              <a:t>: 24/7 support with personalized advice.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2844" y="1428736"/>
            <a:ext cx="792961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spiritual activities to relax your mind and recharge your energy. : Yoga, mindfulness, and entertainment.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Instant Support When You Need It : Direct access to professional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Community Support: WhatsApp &amp; Discord groups for peer interaction.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42844" y="2357430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i="1" dirty="0"/>
          </a:p>
        </p:txBody>
      </p:sp>
      <p:sp>
        <p:nvSpPr>
          <p:cNvPr id="16" name="Rectangle 15"/>
          <p:cNvSpPr/>
          <p:nvPr/>
        </p:nvSpPr>
        <p:spPr>
          <a:xfrm>
            <a:off x="142844" y="2714620"/>
            <a:ext cx="38576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2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Northacre: A Journey of Revival Bridging the Gap Between Past and 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3793500" y="142852"/>
            <a:ext cx="24978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Algerian" pitchFamily="82" charset="0"/>
              </a:rPr>
              <a:t>How We Built It 🛠</a:t>
            </a:r>
          </a:p>
        </p:txBody>
      </p:sp>
      <p:sp>
        <p:nvSpPr>
          <p:cNvPr id="7" name="Rectangle 6"/>
          <p:cNvSpPr/>
          <p:nvPr/>
        </p:nvSpPr>
        <p:spPr>
          <a:xfrm>
            <a:off x="142844" y="285728"/>
            <a:ext cx="23116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Development Process:</a:t>
            </a:r>
          </a:p>
        </p:txBody>
      </p:sp>
      <p:sp>
        <p:nvSpPr>
          <p:cNvPr id="8" name="Rectangle 7"/>
          <p:cNvSpPr/>
          <p:nvPr/>
        </p:nvSpPr>
        <p:spPr>
          <a:xfrm>
            <a:off x="142844" y="571480"/>
            <a:ext cx="78581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1. Research &amp; Planning: Understanding mental health needs &amp; cultural gaps.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844" y="857232"/>
            <a:ext cx="67151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2. Design &amp; Prototyping: </a:t>
            </a:r>
            <a:r>
              <a:rPr lang="en-US" dirty="0" err="1"/>
              <a:t>Wireframing</a:t>
            </a:r>
            <a:r>
              <a:rPr lang="en-US" dirty="0"/>
              <a:t> and UI/UX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2844" y="1142984"/>
            <a:ext cx="65722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3. Tech Stack: HTML, CSS, JavaScript, PHP, Bootstrap.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2844" y="1428736"/>
            <a:ext cx="72866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4. AI </a:t>
            </a:r>
            <a:r>
              <a:rPr lang="en-US" dirty="0" err="1"/>
              <a:t>Chatbot</a:t>
            </a:r>
            <a:r>
              <a:rPr lang="en-US" dirty="0"/>
              <a:t> Integration: Implementing AI for real-time support.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2844" y="1643050"/>
            <a:ext cx="65722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5. Testing &amp; Deployment: Ensuring seamless user experience.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AutoShape 2" descr="From Difficult Challenges to Multiple Success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2" name="AutoShape 4" descr="From Difficult Challenges to Multiple Success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4" name="AutoShape 6" descr="From Difficult Challenges to Multiple Success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6" name="AutoShape 8" descr="From Difficult Challenges to Multiple Success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8" name="AutoShape 10" descr="From Difficult Challenges to Multiple Success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20" name="AutoShape 12" descr="From Difficult Challenges to Multiple Successes - Finding A Busines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7421" name="Picture 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2571736" y="0"/>
            <a:ext cx="42627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Algerian" pitchFamily="82" charset="0"/>
              </a:rPr>
              <a:t>Challenges &amp; Achievements 🚧🏆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2844" y="214290"/>
            <a:ext cx="1893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Challenges Faced: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2844" y="500042"/>
            <a:ext cx="685804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Ensuring cultural sensitivity in content.</a:t>
            </a:r>
          </a:p>
          <a:p>
            <a:r>
              <a:rPr lang="en-US" dirty="0">
                <a:solidFill>
                  <a:schemeClr val="bg1"/>
                </a:solidFill>
              </a:rPr>
              <a:t>Technical difficulties with AI </a:t>
            </a:r>
            <a:r>
              <a:rPr lang="en-US" dirty="0" err="1">
                <a:solidFill>
                  <a:schemeClr val="bg1"/>
                </a:solidFill>
              </a:rPr>
              <a:t>chatbot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integration.</a:t>
            </a:r>
          </a:p>
          <a:p>
            <a:r>
              <a:rPr lang="en-US" dirty="0">
                <a:solidFill>
                  <a:schemeClr val="bg1"/>
                </a:solidFill>
              </a:rPr>
              <a:t>Driving user engagement and community </a:t>
            </a:r>
          </a:p>
          <a:p>
            <a:r>
              <a:rPr lang="en-US" dirty="0">
                <a:solidFill>
                  <a:schemeClr val="bg1"/>
                </a:solidFill>
              </a:rPr>
              <a:t>interaction.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2844" y="1928802"/>
            <a:ext cx="19366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Accomplishments: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2844" y="2214554"/>
            <a:ext cx="60007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Successfully developed an AI-powered mental health </a:t>
            </a:r>
            <a:r>
              <a:rPr lang="en-US" dirty="0" err="1">
                <a:solidFill>
                  <a:schemeClr val="bg1"/>
                </a:solidFill>
              </a:rPr>
              <a:t>chatbot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Built a culturally inclusive and user-friendly platform.</a:t>
            </a:r>
          </a:p>
          <a:p>
            <a:r>
              <a:rPr lang="en-US" dirty="0">
                <a:solidFill>
                  <a:schemeClr val="bg1"/>
                </a:solidFill>
              </a:rPr>
              <a:t>Established a supportive mental health community.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what's next Button. what's next Sign Icon Label Sticker Web Buttons 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3357554" y="0"/>
            <a:ext cx="20970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Algerian" pitchFamily="82" charset="0"/>
              </a:rPr>
              <a:t>What’s Next? 🚀</a:t>
            </a:r>
          </a:p>
        </p:txBody>
      </p:sp>
      <p:sp>
        <p:nvSpPr>
          <p:cNvPr id="4" name="Rectangle 3"/>
          <p:cNvSpPr/>
          <p:nvPr/>
        </p:nvSpPr>
        <p:spPr>
          <a:xfrm>
            <a:off x="214282" y="285728"/>
            <a:ext cx="1437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Future Plans:</a:t>
            </a:r>
          </a:p>
        </p:txBody>
      </p:sp>
      <p:sp>
        <p:nvSpPr>
          <p:cNvPr id="5" name="Rectangle 4"/>
          <p:cNvSpPr/>
          <p:nvPr/>
        </p:nvSpPr>
        <p:spPr>
          <a:xfrm>
            <a:off x="285720" y="642918"/>
            <a:ext cx="5857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Enhance AI </a:t>
            </a:r>
            <a:r>
              <a:rPr lang="en-US" dirty="0" err="1"/>
              <a:t>chatbot</a:t>
            </a:r>
            <a:r>
              <a:rPr lang="en-US" dirty="0"/>
              <a:t> for better personalization.</a:t>
            </a:r>
          </a:p>
          <a:p>
            <a:r>
              <a:rPr lang="en-US" dirty="0"/>
              <a:t>Develop a mobile app for wider accessibility.</a:t>
            </a:r>
          </a:p>
          <a:p>
            <a:r>
              <a:rPr lang="en-US" dirty="0"/>
              <a:t>Expand content &amp; community outreach.</a:t>
            </a:r>
          </a:p>
          <a:p>
            <a:r>
              <a:rPr lang="en-US" dirty="0"/>
              <a:t>Implement Document Analysis Feature using </a:t>
            </a:r>
            <a:r>
              <a:rPr lang="en-US" dirty="0" err="1"/>
              <a:t>OpenText</a:t>
            </a:r>
            <a:r>
              <a:rPr lang="en-US" dirty="0"/>
              <a:t> API.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7950" y="6072206"/>
            <a:ext cx="2262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Bauhaus 93" pitchFamily="82" charset="0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398</Words>
  <Application>Microsoft Office PowerPoint</Application>
  <PresentationFormat>On-screen Show (4:3)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Algerian</vt:lpstr>
      <vt:lpstr>Arial</vt:lpstr>
      <vt:lpstr>Bauhaus 93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Pawan kumar</cp:lastModifiedBy>
  <cp:revision>14</cp:revision>
  <dcterms:created xsi:type="dcterms:W3CDTF">2025-02-14T17:38:52Z</dcterms:created>
  <dcterms:modified xsi:type="dcterms:W3CDTF">2025-02-15T07:10:23Z</dcterms:modified>
</cp:coreProperties>
</file>