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7807-546C-D6AF-DF6E-D06354212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F1047-B795-8313-59FE-6E9B5A029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17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Pawan kumar</dc:creator>
  <cp:lastModifiedBy>Pawan kumar</cp:lastModifiedBy>
  <cp:revision>1</cp:revision>
  <dcterms:created xsi:type="dcterms:W3CDTF">2006-08-16T00:00:00Z</dcterms:created>
  <dcterms:modified xsi:type="dcterms:W3CDTF">2025-02-01T15:10:36Z</dcterms:modified>
</cp:coreProperties>
</file>